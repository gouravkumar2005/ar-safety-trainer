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Safety Trainer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31520" y="24231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AR-Based Vocational Training Simulator for Industrial Safety in Jharkhand's Mining &amp; Manufacturing Sector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SIH26041</a:t>
            </a:r>
            <a:pPr indent="0" marL="0">
              <a:buNone/>
            </a:pPr>
            <a:r>
              <a:rPr lang="en-US" sz="1400" dirty="0">
                <a:solidFill>
                  <a:srgbClr val="9AA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Software   •   AR/VR | Smart Education — Blockchain &amp; Cybersecurity track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8862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of Jharkhand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572000"/>
            <a:ext cx="4572000" cy="0"/>
          </a:xfrm>
          <a:prstGeom prst="line">
            <a:avLst/>
          </a:prstGeom>
          <a:noFill/>
          <a:ln w="19050">
            <a:solidFill>
              <a:srgbClr val="131A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463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[Your Team Name]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AA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1 — Team Leader]   •   [Member 2]   •   [Member 3]   •   [Member 4]   •   [Member 5]   •   [Member 6]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AA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College / Institution Name]     |     [team-email@example.com]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9050">
            <a:solidFill>
              <a:srgbClr val="131A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SIH26041 — AR Safety Trainer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Jharkhand is India's leading mineral-producing state — coal mines, steel plants, and mica units employ hundreds of thousands of workers, many young tribal recruits with no prior industrial exposure.</a:t>
            </a:r>
            <a:endParaRPr lang="en-US" sz="17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Classroom-only safety training (static manuals, live drills) shows retention below 20% after one week.</a:t>
            </a:r>
            <a:endParaRPr lang="en-US" sz="17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fatal accidents recorded by DGMS in Jharkhand in 2022-23 — a large share involving workers in their first 30 days on the job.</a:t>
            </a:r>
            <a:endParaRPr lang="en-US" sz="17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headset simulators exist but are inaccessible to small mines and contract workers; no standardized digital training platform exists in regional languages with comprehension verification.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9050">
            <a:solidFill>
              <a:srgbClr val="131A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SIH26041 — AR Safety Trainer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mobile AR training and blockchain-secured certification platform — workers learn safety by interacting with real 3D equipment, narrated in their own language, fully offline.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108813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training modules + per-item galleries — PPE (helmet, vest, boots, SCSR, gas detector), Machinery Safety (continuous miner, forklift, conveyor belt), each a real rotatable/AR-placeable 3D model</a:t>
            </a:r>
            <a:endParaRPr lang="en-US" sz="145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guided tours — swipe through hazards one at a time, auto-narrated in Hindi or English, ending in a certification-ready assessment</a:t>
            </a:r>
            <a:endParaRPr lang="en-US" sz="145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certification — every result and certificate is signed with a per-device key and hash-chained (a local, honest "blockchain-lite" ledger, not a marketing label)</a:t>
            </a:r>
            <a:endParaRPr lang="en-US" sz="145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certificate verifier + admin compliance dashboard — an inspector can scan a cert and see VALID/TAMPERED instantly; compliance officers get aggregate pass-rate/audit reporting</a:t>
            </a:r>
            <a:endParaRPr lang="en-US" sz="145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offline-first — the whole training + certification flow works underground with zero signal, syncing only when convenient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131A26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562356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it’s different:  </a:t>
            </a:r>
            <a:pPr indent="0" marL="0">
              <a:buNone/>
            </a:pPr>
            <a:r>
              <a:rPr lang="en-US" sz="1250" dirty="0">
                <a:solidFill>
                  <a:srgbClr val="9AA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VR headset required — runs on any mid-range Android phone, unlike existing simulator solutions that need dedicated hardware small mines and contract workers can't access.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9050">
            <a:solidFill>
              <a:srgbClr val="131A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SIH26041 — AR Safety Trainer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881360" cy="3931920"/>
        </p:xfrm>
        <a:graphic>
          <a:graphicData uri="http://schemas.openxmlformats.org/drawingml/2006/table">
            <a:tbl>
              <a:tblPr/>
              <a:tblGrid>
                <a:gridCol w="2926080"/>
                <a:gridCol w="7955280"/>
              </a:tblGrid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B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B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6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E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7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Vite + vanilla JS Progressive Web App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7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E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 rendering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7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&lt;model-viewer&gt; — WebXR / Google Scene Viewer (ARCore) / Quick Look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7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E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7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worker (Workbox) caching the app shell + all 3D models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7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E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/ "blockchain-lite"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7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Crypto ECDSA per-device signing, hash-chained tamper-evident ledger (IndexedDB)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7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E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7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Hindi + English live; Santali/Mundari/Ho/Kurukh scaffolded, pending verified translation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7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E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Accessibility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7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GIGW 3.0 / WCAG 2.1 AA — ARIA roles, measured contrast fixes, voice narration, adjustable text size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7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534924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31A26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5349240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 </a:t>
            </a:r>
            <a:pPr indent="0" marL="0">
              <a:buNone/>
            </a:pPr>
            <a:r>
              <a:rPr lang="en-US" sz="1250" dirty="0">
                <a:solidFill>
                  <a:srgbClr val="9AA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and runs today — tested end-to-end on real devices. Path to a submittable Android APK (Bubblewrap / Trusted Web Activity) already documented.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Scalability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9050">
            <a:solidFill>
              <a:srgbClr val="131A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SIH26041 — AR Safety Trainer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131A26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344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06040" y="1234440"/>
            <a:ext cx="8915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contract and informal workers specifically — the population least likely to get formal induction training; voice narration serves low-literacy users directly, not as an afterthought.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131A26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8600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06040" y="2286000"/>
            <a:ext cx="8915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targets the documented failure mode (DGMS data): fatal accidents concentrated in a worker’s first 30 days, before real competency is verified.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131A26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33756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06040" y="3337560"/>
            <a:ext cx="8915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open, zero-license-cost — reduces training and compliance overhead for small mines that cannot afford dedicated VR hardware.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38912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131A26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38912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06040" y="4389120"/>
            <a:ext cx="8915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hazard module is data-driven (a registry pattern, not hardcoded) — adding a new machine, PPE item, or even a new state’s hazard set is a content change, not a rebuild.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References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9050">
            <a:solidFill>
              <a:srgbClr val="131A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SIH26041 — AR Safety Trainer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473952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108813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Directorate General of Mines Safety (DGMS) — 2022-23 fatal accident statistics, Jharkhand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GIGW 3.0 (Guidelines for Indian Government Websites and Apps), MeitY/NIC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Skills Qualification Framework (NSQF) / PMKVY alignment, PIB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e-Shram (National Database of Unorganised Workers) and DigiLocker Issuer API — identified integration roadmap, not yet live (requires official department onboarding)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4343400"/>
            <a:ext cx="10881360" cy="0"/>
          </a:xfrm>
          <a:prstGeom prst="line">
            <a:avLst/>
          </a:prstGeom>
          <a:noFill/>
          <a:ln w="19050">
            <a:solidFill>
              <a:srgbClr val="131A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5262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502920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Team Name]  —  [Your College / Institution Name]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AA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1 — Team Leader]   •   [Member 2]   •   [Member 3]   •   [Member 4]   •   [Member 5]   •   [Member 6]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AA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[team-email@example.com]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SIH26041 — AR Safety Trainer</dc:title>
  <dc:subject>PptxGenJS Presentation</dc:subject>
  <dc:creator>[Your Team Name]</dc:creator>
  <cp:lastModifiedBy>[Your Team Name]</cp:lastModifiedBy>
  <cp:revision>1</cp:revision>
  <dcterms:created xsi:type="dcterms:W3CDTF">2026-09-11T11:33:40Z</dcterms:created>
  <dcterms:modified xsi:type="dcterms:W3CDTF">2026-09-11T11:33:40Z</dcterms:modified>
</cp:coreProperties>
</file>